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60"/>
  </p:normalViewPr>
  <p:slideViewPr>
    <p:cSldViewPr snapToGrid="0">
      <p:cViewPr>
        <p:scale>
          <a:sx n="75" d="100"/>
          <a:sy n="75" d="100"/>
        </p:scale>
        <p:origin x="7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FB99-D89F-4268-B75B-228687B8C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CAEBE-07C9-4C26-AD61-E1C8A57D2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F18E2-3C8C-4B83-ACD2-1F25B17D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3619-1B63-4FC4-A271-15D469FE8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A465F-31C6-4632-B004-4BB62FB9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11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0CA5F-B7E3-42AC-9DD8-E9F83C88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F3E64-80E3-4216-9BE1-7612E765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B8A30-7DFC-4C88-9194-AB58B35C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2449F-3B70-47F4-864E-900DB112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5147C-F994-4E6F-ABE2-17B16283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865C-3768-4897-975B-D1A3C7AE7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E5471-82F5-4EB0-84F0-539645C5F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9EDC6-0D93-4EE7-ABBE-C211D259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7194F-459B-4ED4-835D-6A3CAE3C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013F3-B2ED-4380-8670-70479FFA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1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63DF-687F-4158-AF1D-92B11DD09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8E45B-9B54-4D26-B6B5-5BEE0FBE7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A4394-E7F0-4747-82F2-04E47584C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6020E-CC78-4383-8701-2F6BB4A8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207FA-EC91-4A62-99FA-F3BAE47B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EF8D0-DE5B-4347-B31F-4D15FBE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2E96-D3CF-45A9-8F0A-78DBE022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A73EC-2442-40D5-A6C1-F9EFA4F6D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39DB0-4BF0-4004-B931-36C6E4E6D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C7022-F56C-4448-9AF8-0F2DD816A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DEAD9-4DAA-4EEA-AF84-5213FC9EE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28FEA9-3DB6-4870-94A2-15FA986B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3687F7-039C-47D7-B4D0-A5FF1135B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9F3B8-6671-45DC-894F-57051F63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9623-66DC-48FB-9384-982921C0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82559-69B0-4250-903D-009859D0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985180-B423-4F01-A150-EE90F1AD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B41B6-11D1-4898-B0F9-40D19553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4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459FE-412D-439B-AFA8-85ABAF72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51F02-BEA1-4F50-81BB-34DB8813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D338E-D23E-4C95-86FD-72D0D581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4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FB29-F7FC-4A38-96C6-A6166A10B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C1BA7-3F72-4623-8DBD-0E5B8C610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C5174-44ED-4E8D-A67F-FB400EF54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73146-0DB6-4BCD-B8DF-9E53121E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940FE-7E68-4EB9-AE82-331E5C14B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10566-2593-4AAB-ABCB-6231AD34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9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84C7-8438-4049-AD35-0FEA5B14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86066D-91E8-4858-B3A8-7FA0E0155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914D8-2F29-4848-9826-32E53CAF3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0F515-6DAE-4258-8641-035A719A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16DD5-22A1-45F1-A0F3-2B2F618F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2FFA4-2E63-44E8-A492-A2B906B1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D7D5-B1D7-47E2-9151-3083518B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077FC-1CAE-4404-A42F-A7CFE526D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B9E86-ECB7-478E-9ADE-2172BD63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76DD6-6942-41E5-9769-EB8A6BA8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1D41E-E3F4-4327-A12D-B55B8DB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ED588-C0C8-44D1-8283-1BE91FA792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D9DB7-B752-4433-B0FD-11CC0EEA5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72084-FAF8-4B55-AFE7-E6EC3D633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E9FA8-99E3-4FFD-95CB-872C4AEA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1EEF3-1125-405C-9766-71A0BDDA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7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FAE27-47C8-41FC-8FCD-1D9266F9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03F4C-AAC9-4FD6-902E-D6FD4DB7A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22FE4-7B01-4B4E-B6E9-97628FB6B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76DDB-BFC6-4C44-83D2-590FF5996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0CD03-9461-4C82-BBA4-B0CCA7018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8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83836-B3AA-41BE-8020-3A58CAF9F636}"/>
              </a:ext>
            </a:extLst>
          </p:cNvPr>
          <p:cNvSpPr/>
          <p:nvPr/>
        </p:nvSpPr>
        <p:spPr>
          <a:xfrm>
            <a:off x="44633" y="832875"/>
            <a:ext cx="2177145" cy="1317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30E17C-3C93-4FA9-B49B-0B6B09FB6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57" y="868715"/>
            <a:ext cx="1740089" cy="8597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F03839-92A3-41EF-94F5-BFAF8AFEA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81" y="1069376"/>
            <a:ext cx="1750497" cy="9408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24A317A-B0D3-435B-A4C8-899F59CA44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5" y="1293988"/>
            <a:ext cx="1649733" cy="840985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A05D4A93-F953-4734-AEC2-C56EBC02E09E}"/>
              </a:ext>
            </a:extLst>
          </p:cNvPr>
          <p:cNvSpPr/>
          <p:nvPr/>
        </p:nvSpPr>
        <p:spPr>
          <a:xfrm rot="5400000">
            <a:off x="645348" y="2540954"/>
            <a:ext cx="975716" cy="2344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8CF9DAE-EB90-4F44-9312-5C7A1E402F67}"/>
              </a:ext>
            </a:extLst>
          </p:cNvPr>
          <p:cNvSpPr/>
          <p:nvPr/>
        </p:nvSpPr>
        <p:spPr>
          <a:xfrm>
            <a:off x="89351" y="3165769"/>
            <a:ext cx="1903158" cy="11657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u="sng" dirty="0">
                <a:solidFill>
                  <a:srgbClr val="FF0000"/>
                </a:solidFill>
              </a:rPr>
              <a:t>Preprocessing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 Resize 224×224 </a:t>
            </a:r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 Augmentation </a:t>
            </a:r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 Normalization </a:t>
            </a: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C3E72D0E-DDE6-46D5-8708-1261BB95A7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188597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3DE2B69-CAB4-42DF-A9B1-620D912157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62774" y="991439"/>
            <a:ext cx="3605121" cy="5765800"/>
          </a:xfrm>
          <a:prstGeom prst="rect">
            <a:avLst/>
          </a:prstGeom>
        </p:spPr>
      </p:pic>
      <p:sp>
        <p:nvSpPr>
          <p:cNvPr id="25" name="AutoShape 4">
            <a:extLst>
              <a:ext uri="{FF2B5EF4-FFF2-40B4-BE49-F238E27FC236}">
                <a16:creationId xmlns:a16="http://schemas.microsoft.com/office/drawing/2014/main" id="{D9CEC65C-454F-4EC1-97E9-079E161DC6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DB112B-E510-4DCD-9503-6AEF77C290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54642" y="2945681"/>
            <a:ext cx="2097891" cy="16059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8713D94-06C1-40CA-BFE5-E08CF8147E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804" y="2547308"/>
            <a:ext cx="442912" cy="3048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DAD630D-DA42-4223-BE7F-4A71CB22AE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361" y="2852108"/>
            <a:ext cx="431797" cy="4069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F1F0D70-D3FD-49F5-ACF2-166F3667A2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485" y="3276600"/>
            <a:ext cx="431005" cy="49053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8D6550B-92E4-4FFF-86D2-C71EAC7707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392" y="3832404"/>
            <a:ext cx="419098" cy="4572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4406F84-CFCE-4063-BD55-50236147CB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867" y="4363508"/>
            <a:ext cx="431005" cy="49053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D18AC9-4647-4ED9-9A88-9872DEAF0B1F}"/>
              </a:ext>
            </a:extLst>
          </p:cNvPr>
          <p:cNvCxnSpPr>
            <a:cxnSpLocks/>
          </p:cNvCxnSpPr>
          <p:nvPr/>
        </p:nvCxnSpPr>
        <p:spPr>
          <a:xfrm>
            <a:off x="2613002" y="3429000"/>
            <a:ext cx="1597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A9E675E-9B0F-4DFC-80EB-B8531734340E}"/>
              </a:ext>
            </a:extLst>
          </p:cNvPr>
          <p:cNvCxnSpPr>
            <a:cxnSpLocks/>
          </p:cNvCxnSpPr>
          <p:nvPr/>
        </p:nvCxnSpPr>
        <p:spPr>
          <a:xfrm>
            <a:off x="2636577" y="4151585"/>
            <a:ext cx="15504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7EDA8E9-75FB-401F-A4EC-A639FD1A5E64}"/>
              </a:ext>
            </a:extLst>
          </p:cNvPr>
          <p:cNvCxnSpPr>
            <a:cxnSpLocks/>
          </p:cNvCxnSpPr>
          <p:nvPr/>
        </p:nvCxnSpPr>
        <p:spPr>
          <a:xfrm>
            <a:off x="3403587" y="2699708"/>
            <a:ext cx="0" cy="2097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B311532A-F3EB-45EE-902B-6FB1C7C650CB}"/>
              </a:ext>
            </a:extLst>
          </p:cNvPr>
          <p:cNvSpPr/>
          <p:nvPr/>
        </p:nvSpPr>
        <p:spPr>
          <a:xfrm>
            <a:off x="4166230" y="3569538"/>
            <a:ext cx="723132" cy="304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A76E13E1-8566-4473-B82E-F2C02384179D}"/>
              </a:ext>
            </a:extLst>
          </p:cNvPr>
          <p:cNvSpPr/>
          <p:nvPr/>
        </p:nvSpPr>
        <p:spPr>
          <a:xfrm>
            <a:off x="2026004" y="3543300"/>
            <a:ext cx="586998" cy="304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3ADBB77C-4AFF-453C-AEE8-FDC272CA47ED}"/>
              </a:ext>
            </a:extLst>
          </p:cNvPr>
          <p:cNvSpPr/>
          <p:nvPr/>
        </p:nvSpPr>
        <p:spPr>
          <a:xfrm>
            <a:off x="9698933" y="3581400"/>
            <a:ext cx="749302" cy="2772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F15E826-1CDD-4CDF-B831-EB084784E4A2}"/>
              </a:ext>
            </a:extLst>
          </p:cNvPr>
          <p:cNvSpPr/>
          <p:nvPr/>
        </p:nvSpPr>
        <p:spPr>
          <a:xfrm>
            <a:off x="10496061" y="3055607"/>
            <a:ext cx="1606588" cy="13134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u="sng" dirty="0">
                <a:solidFill>
                  <a:srgbClr val="FF0000"/>
                </a:solidFill>
              </a:rPr>
              <a:t>Classification</a:t>
            </a:r>
            <a:br>
              <a:rPr lang="en-US" dirty="0"/>
            </a:br>
            <a:r>
              <a:rPr lang="en-US" dirty="0" err="1">
                <a:solidFill>
                  <a:srgbClr val="FFFF00"/>
                </a:solidFill>
              </a:rPr>
              <a:t>i</a:t>
            </a:r>
            <a:r>
              <a:rPr lang="en-US" dirty="0">
                <a:solidFill>
                  <a:srgbClr val="FFFF00"/>
                </a:solidFill>
              </a:rPr>
              <a:t>. Genuine  </a:t>
            </a:r>
            <a:r>
              <a:rPr lang="en-US" dirty="0" err="1">
                <a:solidFill>
                  <a:srgbClr val="FFFF00"/>
                </a:solidFill>
              </a:rPr>
              <a:t>ii.Counterfeit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D1121F-DC6E-41CD-B028-FF8FE83A0BFF}"/>
              </a:ext>
            </a:extLst>
          </p:cNvPr>
          <p:cNvSpPr txBox="1"/>
          <p:nvPr/>
        </p:nvSpPr>
        <p:spPr>
          <a:xfrm>
            <a:off x="606148" y="481187"/>
            <a:ext cx="10541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/>
              </a:rPr>
              <a:t> Dataset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2159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Ashraful Islam</dc:creator>
  <cp:lastModifiedBy>Ashraful Islam</cp:lastModifiedBy>
  <cp:revision>1</cp:revision>
  <dcterms:created xsi:type="dcterms:W3CDTF">2026-03-18T21:15:14Z</dcterms:created>
  <dcterms:modified xsi:type="dcterms:W3CDTF">2026-03-18T21:18:57Z</dcterms:modified>
</cp:coreProperties>
</file>